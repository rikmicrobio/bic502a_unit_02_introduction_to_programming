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01168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74519"/>
            <a:ext cx="102412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3800" b="1">
                <a:solidFill>
                  <a:srgbClr val="371F73"/>
                </a:solidFill>
                <a:latin typeface="Arial"/>
              </a:defRPr>
            </a:pPr>
            <a:r>
              <a:t>Unit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0">
                <a:solidFill>
                  <a:srgbClr val="5F5F5F"/>
                </a:solidFill>
                <a:latin typeface="Arial"/>
              </a:defRPr>
            </a:pPr>
            <a:r>
              <a:t>Linux Commands and Bash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 b="0">
                <a:solidFill>
                  <a:srgbClr val="5F5F5F"/>
                </a:solidFill>
                <a:latin typeface="Arial"/>
              </a:defRPr>
            </a:pPr>
            <a:r>
              <a:t>Definition and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3977639"/>
            <a:ext cx="790956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vim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powerful terminal-based text editor used to create and modify text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vim notes.txt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nano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simple terminal-based text editor designed to be easy for beginners.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nano notes.txt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gedit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graphical text editor used to create and edit text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gedit notes.txt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cat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displays the contents of a text file in the terminal.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cat proteins.fasta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lets you view a text file one screen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less proteins.fasta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displays a text file page by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more proteins.fasta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displays the beginning of a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head proteins.fasta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displays the end of a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tail proteins.fasta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fold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wraps long lines at a specified width for display.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fold -w 50 proteins.fasta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grep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searches for a pattern and displays the matching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grep "KINASE" proteins.fasta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egrep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searches for patterns using extended regular expressions.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egrep "KINASE|ENZYME" proteins.fasta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extracts selected fields or parts of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cut -d'|' -f2 protein_headers.txt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paste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command that joins lines from two or more files side by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paste file1.txt file2.txt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stream editor used to search and transform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sed 's/KINASE/PROTEIN_KINASE/g' proteins.fasta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awk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text-processing tool used to select fields and perform simple calculations.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awk '/^&gt;/{print $0}' proteins.fasta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shell operator that sends the output of one command directly into another command.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grep "^&gt;" proteins.fasta | wc -l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redirection operator that writes command output to a file, replacing existing contents.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grep "^&gt;" proteins.fasta &gt; protein_headers.txt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&gt;&gt;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redirection operator that appends command output to the end of a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grep "KINASE" proteins.fasta &gt;&gt; protein_headers.txt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0000010000023B000000B58627C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37160"/>
            <a:ext cx="2514600" cy="797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256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25296"/>
            <a:ext cx="10561320" cy="32004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6355080"/>
            <a:ext cx="384048" cy="384048"/>
          </a:xfrm>
          <a:prstGeom prst="rect">
            <a:avLst/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10412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0">
                <a:solidFill>
                  <a:srgbClr val="5F5F5F"/>
                </a:solidFill>
                <a:latin typeface="Arial"/>
              </a:defRPr>
            </a:pPr>
            <a:r>
              <a:t>A Unix/Linux shell that interprets commands and can execute shell scripts.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5F5F5F"/>
                </a:solidFill>
                <a:latin typeface="Arial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992124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100">
                <a:solidFill>
                  <a:srgbClr val="232D37"/>
                </a:solidFill>
                <a:latin typeface="Courier New"/>
              </a:defRPr>
            </a:pPr>
            <a:r>
              <a:t>bash fasta_summary.sh proteins.fasta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